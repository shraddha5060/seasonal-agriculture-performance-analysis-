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57"/>
  </p:notesMasterIdLst>
  <p:handoutMasterIdLst>
    <p:handoutMasterId r:id="rId58"/>
  </p:handoutMasterIdLst>
  <p:sldIdLst>
    <p:sldId id="338" r:id="rId5"/>
    <p:sldId id="327" r:id="rId6"/>
    <p:sldId id="315" r:id="rId7"/>
    <p:sldId id="329" r:id="rId8"/>
    <p:sldId id="302" r:id="rId9"/>
    <p:sldId id="339" r:id="rId10"/>
    <p:sldId id="340" r:id="rId11"/>
    <p:sldId id="344" r:id="rId12"/>
    <p:sldId id="345" r:id="rId13"/>
    <p:sldId id="346" r:id="rId14"/>
    <p:sldId id="347" r:id="rId15"/>
    <p:sldId id="352" r:id="rId16"/>
    <p:sldId id="350" r:id="rId17"/>
    <p:sldId id="351" r:id="rId18"/>
    <p:sldId id="349" r:id="rId19"/>
    <p:sldId id="348" r:id="rId20"/>
    <p:sldId id="364" r:id="rId21"/>
    <p:sldId id="366" r:id="rId22"/>
    <p:sldId id="367" r:id="rId23"/>
    <p:sldId id="362" r:id="rId24"/>
    <p:sldId id="365" r:id="rId25"/>
    <p:sldId id="358" r:id="rId26"/>
    <p:sldId id="363" r:id="rId27"/>
    <p:sldId id="360" r:id="rId28"/>
    <p:sldId id="361" r:id="rId29"/>
    <p:sldId id="354" r:id="rId30"/>
    <p:sldId id="359" r:id="rId31"/>
    <p:sldId id="356" r:id="rId32"/>
    <p:sldId id="357" r:id="rId33"/>
    <p:sldId id="355" r:id="rId34"/>
    <p:sldId id="353" r:id="rId35"/>
    <p:sldId id="372" r:id="rId36"/>
    <p:sldId id="373" r:id="rId37"/>
    <p:sldId id="374" r:id="rId38"/>
    <p:sldId id="375" r:id="rId39"/>
    <p:sldId id="376" r:id="rId40"/>
    <p:sldId id="377" r:id="rId41"/>
    <p:sldId id="378" r:id="rId42"/>
    <p:sldId id="379" r:id="rId43"/>
    <p:sldId id="380" r:id="rId44"/>
    <p:sldId id="381" r:id="rId45"/>
    <p:sldId id="383" r:id="rId46"/>
    <p:sldId id="384" r:id="rId47"/>
    <p:sldId id="385" r:id="rId48"/>
    <p:sldId id="368" r:id="rId49"/>
    <p:sldId id="370" r:id="rId50"/>
    <p:sldId id="369" r:id="rId51"/>
    <p:sldId id="386" r:id="rId52"/>
    <p:sldId id="341" r:id="rId53"/>
    <p:sldId id="342" r:id="rId54"/>
    <p:sldId id="343" r:id="rId55"/>
    <p:sldId id="304"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5033" autoAdjust="0"/>
  </p:normalViewPr>
  <p:slideViewPr>
    <p:cSldViewPr snapToGrid="0">
      <p:cViewPr varScale="1">
        <p:scale>
          <a:sx n="82" d="100"/>
          <a:sy n="82" d="100"/>
        </p:scale>
        <p:origin x="72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50.pn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58.png"/></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1.png"/></Relationships>
</file>

<file path=ppt/slides/_rels/slide4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3" Type="http://schemas.openxmlformats.org/officeDocument/2006/relationships/hyperlink" Target="https://github.com/shraddha5060/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66530" y="3588198"/>
            <a:ext cx="9490269" cy="861497"/>
          </a:xfrm>
        </p:spPr>
        <p:txBody>
          <a:bodyPr vert="horz" lIns="91440" tIns="45720" rIns="91440" bIns="45720" rtlCol="0" anchor="t">
            <a:normAutofit fontScale="92500"/>
          </a:bodyPr>
          <a:lstStyle/>
          <a:p>
            <a:r>
              <a:rPr lang="en-US" b="0" dirty="0">
                <a:solidFill>
                  <a:schemeClr val="tx1"/>
                </a:solidFill>
              </a:rPr>
              <a:t>    Student Name –Shraddha Kishor Thorat   </a:t>
            </a:r>
            <a:endParaRPr lang="en-IN" b="0" dirty="0">
              <a:solidFill>
                <a:schemeClr val="tx1"/>
              </a:solidFill>
            </a:endParaRPr>
          </a:p>
          <a:p>
            <a:r>
              <a:rPr lang="en-US" b="0" dirty="0">
                <a:solidFill>
                  <a:schemeClr val="tx1"/>
                </a:solidFill>
              </a:rPr>
              <a:t>    College Name-TSSM’s </a:t>
            </a:r>
            <a:r>
              <a:rPr lang="en-US" b="0" dirty="0" err="1">
                <a:solidFill>
                  <a:schemeClr val="tx1"/>
                </a:solidFill>
              </a:rPr>
              <a:t>Bhivarabai</a:t>
            </a:r>
            <a:r>
              <a:rPr lang="en-US" b="0" dirty="0">
                <a:solidFill>
                  <a:schemeClr val="tx1"/>
                </a:solidFill>
              </a:rPr>
              <a:t> Sawant Collage Of Engineering &amp; Research ,Pune</a:t>
            </a:r>
            <a:endParaRPr lang="en-IN" b="0" dirty="0">
              <a:solidFill>
                <a:schemeClr val="tx1"/>
              </a:solidFill>
            </a:endParaRPr>
          </a:p>
          <a:p>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855897" cy="743448"/>
          </a:xfrm>
        </p:spPr>
        <p:txBody>
          <a:bodyPr>
            <a:normAutofit fontScale="90000"/>
          </a:bodyPr>
          <a:lstStyle/>
          <a:p>
            <a:r>
              <a:rPr lang="en-GB" sz="3200" dirty="0"/>
              <a:t>Project Title -</a:t>
            </a:r>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825949" cy="369332"/>
          </a:xfrm>
          <a:prstGeom prst="rect">
            <a:avLst/>
          </a:prstGeom>
          <a:noFill/>
        </p:spPr>
        <p:txBody>
          <a:bodyPr wrap="square" rtlCol="0">
            <a:spAutoFit/>
          </a:bodyPr>
          <a:lstStyle/>
          <a:p>
            <a:r>
              <a:rPr lang="en-US" b="1" dirty="0"/>
              <a:t>AICTE STU ID : STU684ad9f9904d61749735929</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464905"/>
            <a:ext cx="6723158" cy="4730337"/>
          </a:xfrm>
        </p:spPr>
        <p:txBody>
          <a:bodyPr vert="horz" lIns="91440" tIns="45720" rIns="91440" bIns="45720" rtlCol="0" anchor="t">
            <a:noAutofit/>
          </a:bodyPr>
          <a:lstStyle/>
          <a:p>
            <a:pPr>
              <a:lnSpc>
                <a:spcPct val="100000"/>
              </a:lnSpc>
            </a:pPr>
            <a:r>
              <a:rPr lang="en-IN" dirty="0"/>
              <a:t>Agricultural activities are influenced by seasonal variations in environmental conditions, farming practices, resource availability and market conditions. As a result, agricultural performance may differ from one season to another. </a:t>
            </a:r>
          </a:p>
          <a:p>
            <a:pPr>
              <a:lnSpc>
                <a:spcPct val="100000"/>
              </a:lnSpc>
            </a:pPr>
            <a:r>
              <a:rPr lang="en-IN" dirty="0"/>
              <a:t>However, raw agricultural data does not clearly explain how agricultural performance changes across seasons or what patterns can be observed in different seasonal conditions. </a:t>
            </a:r>
          </a:p>
          <a:p>
            <a:pPr>
              <a:lnSpc>
                <a:spcPct val="100000"/>
              </a:lnSpc>
            </a:pPr>
            <a:r>
              <a:rPr lang="en-IN" dirty="0"/>
              <a:t>The problem is to </a:t>
            </a:r>
            <a:r>
              <a:rPr lang="en-IN" dirty="0" err="1"/>
              <a:t>analyze</a:t>
            </a:r>
            <a:r>
              <a:rPr lang="en-IN"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678354"/>
          </a:xfrm>
        </p:spPr>
        <p:txBody>
          <a:bodyPr>
            <a:noAutofit/>
          </a:bodyPr>
          <a:lstStyle/>
          <a:p>
            <a:r>
              <a:rPr lang="en-GB" sz="4000" dirty="0"/>
              <a:t>Project Description</a:t>
            </a:r>
            <a:br>
              <a:rPr lang="en-GB" sz="1800" dirty="0"/>
            </a:br>
            <a:br>
              <a:rPr lang="en-GB" sz="1800" dirty="0"/>
            </a:br>
            <a:br>
              <a:rPr lang="en-GB" sz="1800" dirty="0"/>
            </a:b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E16F0F23-2A4E-8F65-BDCA-7F89A1BF8A29}"/>
              </a:ext>
            </a:extLst>
          </p:cNvPr>
          <p:cNvSpPr txBox="1"/>
          <p:nvPr/>
        </p:nvSpPr>
        <p:spPr>
          <a:xfrm>
            <a:off x="675957" y="1545026"/>
            <a:ext cx="6040769" cy="4708981"/>
          </a:xfrm>
          <a:prstGeom prst="rect">
            <a:avLst/>
          </a:prstGeom>
          <a:noFill/>
        </p:spPr>
        <p:txBody>
          <a:bodyPr wrap="square" rtlCol="0">
            <a:spAutoFit/>
          </a:bodyPr>
          <a:lstStyle/>
          <a:p>
            <a:pPr marL="285750" indent="-285750">
              <a:buFont typeface="Wingdings" panose="05000000000000000000" pitchFamily="2" charset="2"/>
              <a:buChar char="§"/>
            </a:pPr>
            <a:r>
              <a:rPr lang="en-IN" sz="2000" dirty="0"/>
              <a:t>Agricultural Performance Analysis Using Data Analytics and Visualization</a:t>
            </a:r>
          </a:p>
          <a:p>
            <a:pPr marL="285750" indent="-285750">
              <a:buFont typeface="Wingdings" panose="05000000000000000000" pitchFamily="2" charset="2"/>
              <a:buChar char="§"/>
            </a:pPr>
            <a:r>
              <a:rPr lang="en-IN" sz="2000" dirty="0"/>
              <a:t>This project </a:t>
            </a:r>
            <a:r>
              <a:rPr lang="en-IN" sz="2000" dirty="0" err="1"/>
              <a:t>analyzes</a:t>
            </a:r>
            <a:r>
              <a:rPr lang="en-IN" sz="2000" dirty="0"/>
              <a:t> agricultural data to evaluate and compare crop performance across Kharif, Rabi, and Zaid seasons. It focuses on important factors such as crop yield, water usage, production cost, revenue, profit, and disease and pest risk. </a:t>
            </a:r>
          </a:p>
          <a:p>
            <a:pPr marL="285750" indent="-285750">
              <a:buFont typeface="Wingdings" panose="05000000000000000000" pitchFamily="2" charset="2"/>
              <a:buChar char="§"/>
            </a:pPr>
            <a:r>
              <a:rPr lang="en-IN" sz="2000" dirty="0"/>
              <a:t>Python and Jupyter Notebook are used for data cleaning, analysis, and visualization. </a:t>
            </a:r>
            <a:br>
              <a:rPr lang="en-IN" sz="2000" dirty="0"/>
            </a:br>
            <a:r>
              <a:rPr lang="en-IN" sz="2000" dirty="0"/>
              <a:t>The project helps identify seasonal patterns and provides useful insights for better crop planning and resource management.</a:t>
            </a:r>
            <a:br>
              <a:rPr lang="en-IN" sz="2000" dirty="0"/>
            </a:br>
            <a:br>
              <a:rPr lang="en-GB" sz="2000" dirty="0"/>
            </a:br>
            <a:endParaRPr lang="en-IN" sz="20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b="1" dirty="0"/>
              <a:t>Farmers</a:t>
            </a:r>
            <a:r>
              <a:rPr lang="en-IN" dirty="0"/>
              <a:t> – To make better decisions about crops and resources. </a:t>
            </a:r>
          </a:p>
          <a:p>
            <a:pPr lvl="0"/>
            <a:r>
              <a:rPr lang="en-IN" b="1" dirty="0"/>
              <a:t>Agricultural Planners</a:t>
            </a:r>
            <a:r>
              <a:rPr lang="en-IN" dirty="0"/>
              <a:t> – To </a:t>
            </a:r>
            <a:r>
              <a:rPr lang="en-IN" dirty="0" err="1"/>
              <a:t>analyze</a:t>
            </a:r>
            <a:r>
              <a:rPr lang="en-IN" dirty="0"/>
              <a:t> seasonal agricultural performance. </a:t>
            </a:r>
          </a:p>
          <a:p>
            <a:pPr lvl="0"/>
            <a:r>
              <a:rPr lang="en-IN" b="1" dirty="0"/>
              <a:t>Researchers &amp; Students</a:t>
            </a:r>
            <a:r>
              <a:rPr lang="en-IN" dirty="0"/>
              <a:t> – For studying agricultural trends and data. </a:t>
            </a:r>
          </a:p>
          <a:p>
            <a:pPr lvl="0"/>
            <a:r>
              <a:rPr lang="en-IN" b="1" dirty="0"/>
              <a:t>Government &amp; Agricultural Departments</a:t>
            </a:r>
            <a:r>
              <a:rPr lang="en-IN" dirty="0"/>
              <a:t> – For planning and decision-making.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Programming Language:</a:t>
            </a:r>
            <a:r>
              <a:rPr lang="en-IN" dirty="0"/>
              <a:t> Python </a:t>
            </a:r>
          </a:p>
          <a:p>
            <a:pPr lvl="0"/>
            <a:r>
              <a:rPr lang="en-IN" b="1" dirty="0"/>
              <a:t>Platform:</a:t>
            </a:r>
            <a:r>
              <a:rPr lang="en-IN" dirty="0"/>
              <a:t> Jupyter Notebook </a:t>
            </a:r>
          </a:p>
          <a:p>
            <a:pPr lvl="0"/>
            <a:r>
              <a:rPr lang="en-IN" b="1" dirty="0"/>
              <a:t>Libraries:</a:t>
            </a:r>
            <a:r>
              <a:rPr lang="en-IN" dirty="0"/>
              <a:t> Pandas, NumPy, Matplotlib, Seaborn </a:t>
            </a:r>
          </a:p>
          <a:p>
            <a:pPr lvl="0"/>
            <a:r>
              <a:rPr lang="en-IN" b="1" dirty="0"/>
              <a:t>Techniques:</a:t>
            </a:r>
            <a:r>
              <a:rPr lang="en-IN" dirty="0"/>
              <a:t> Data Cleaning, Data Analysis, Statistical Analysis, and Data Visualization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F2723ED-440D-FC99-1886-A4BB41E254FC}"/>
              </a:ext>
            </a:extLst>
          </p:cNvPr>
          <p:cNvPicPr>
            <a:picLocks noChangeAspect="1"/>
          </p:cNvPicPr>
          <p:nvPr/>
        </p:nvPicPr>
        <p:blipFill>
          <a:blip r:embed="rId3"/>
          <a:stretch>
            <a:fillRect/>
          </a:stretch>
        </p:blipFill>
        <p:spPr>
          <a:xfrm>
            <a:off x="640597" y="1201586"/>
            <a:ext cx="6729043" cy="405419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C317543-DC92-D7F0-97E9-1B2EDC1D6FB3}"/>
              </a:ext>
            </a:extLst>
          </p:cNvPr>
          <p:cNvPicPr>
            <a:picLocks noChangeAspect="1"/>
          </p:cNvPicPr>
          <p:nvPr/>
        </p:nvPicPr>
        <p:blipFill>
          <a:blip r:embed="rId3"/>
          <a:stretch>
            <a:fillRect/>
          </a:stretch>
        </p:blipFill>
        <p:spPr>
          <a:xfrm>
            <a:off x="475861" y="1275371"/>
            <a:ext cx="8825196" cy="430725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75D72519-274D-70EA-1F3A-7F7F82F1DB9C}"/>
              </a:ext>
            </a:extLst>
          </p:cNvPr>
          <p:cNvPicPr>
            <a:picLocks noChangeAspect="1"/>
          </p:cNvPicPr>
          <p:nvPr/>
        </p:nvPicPr>
        <p:blipFill>
          <a:blip r:embed="rId3"/>
          <a:stretch>
            <a:fillRect/>
          </a:stretch>
        </p:blipFill>
        <p:spPr>
          <a:xfrm>
            <a:off x="503853" y="1201586"/>
            <a:ext cx="9526555" cy="403288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427DF12-FA3D-622B-0E7C-F063FCFA9176}"/>
              </a:ext>
            </a:extLst>
          </p:cNvPr>
          <p:cNvPicPr>
            <a:picLocks noChangeAspect="1"/>
          </p:cNvPicPr>
          <p:nvPr/>
        </p:nvPicPr>
        <p:blipFill>
          <a:blip r:embed="rId3"/>
          <a:stretch>
            <a:fillRect/>
          </a:stretch>
        </p:blipFill>
        <p:spPr>
          <a:xfrm>
            <a:off x="807163" y="1201585"/>
            <a:ext cx="7319800" cy="499394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9" name="Picture 8">
            <a:extLst>
              <a:ext uri="{FF2B5EF4-FFF2-40B4-BE49-F238E27FC236}">
                <a16:creationId xmlns:a16="http://schemas.microsoft.com/office/drawing/2014/main" id="{05063071-FDF5-500D-B0BF-C149ECBC2E06}"/>
              </a:ext>
            </a:extLst>
          </p:cNvPr>
          <p:cNvPicPr>
            <a:picLocks noChangeAspect="1"/>
          </p:cNvPicPr>
          <p:nvPr/>
        </p:nvPicPr>
        <p:blipFill>
          <a:blip r:embed="rId3"/>
          <a:stretch>
            <a:fillRect/>
          </a:stretch>
        </p:blipFill>
        <p:spPr>
          <a:xfrm>
            <a:off x="675957" y="1275371"/>
            <a:ext cx="8990557" cy="472497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BF6B6-99EB-79A1-4934-A6D73E9D3C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32C5285-69D2-0F66-1ABD-6DFA8B20F99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374B577-0EA5-6F28-435E-52CAD15AD72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37FCAB3-8602-D7EC-F9B8-7D82412AE3C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AEEBADD-362E-D98A-DD84-FBA20352E4A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AEC14D3F-21E3-B9B0-7E19-1A36DB52AA2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9" name="Picture 8">
            <a:extLst>
              <a:ext uri="{FF2B5EF4-FFF2-40B4-BE49-F238E27FC236}">
                <a16:creationId xmlns:a16="http://schemas.microsoft.com/office/drawing/2014/main" id="{BE2AEF0D-FBFF-BD7E-C7ED-C041DC22A6C4}"/>
              </a:ext>
            </a:extLst>
          </p:cNvPr>
          <p:cNvPicPr>
            <a:picLocks noChangeAspect="1"/>
          </p:cNvPicPr>
          <p:nvPr/>
        </p:nvPicPr>
        <p:blipFill>
          <a:blip r:embed="rId3"/>
          <a:stretch>
            <a:fillRect/>
          </a:stretch>
        </p:blipFill>
        <p:spPr>
          <a:xfrm>
            <a:off x="320982" y="1201586"/>
            <a:ext cx="6965284" cy="3825572"/>
          </a:xfrm>
          <a:prstGeom prst="rect">
            <a:avLst/>
          </a:prstGeom>
        </p:spPr>
      </p:pic>
    </p:spTree>
    <p:extLst>
      <p:ext uri="{BB962C8B-B14F-4D97-AF65-F5344CB8AC3E}">
        <p14:creationId xmlns:p14="http://schemas.microsoft.com/office/powerpoint/2010/main" val="2933358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622D5-D836-B7D0-28F3-F2F726DA552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F49627C-75C6-711C-6DFF-14B762A2C07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2DF4DBB-05C3-D97C-D85A-2523873AA93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878654C-A28A-95B0-5E9A-52FF5FC94F9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6E46E29-DABB-8DE2-7AAD-0B88BB53CFE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A486971-E57A-E3CE-F3CF-6B4CBAC67A26}"/>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9CCA5B93-3AE3-C7CA-E738-9C5E26DD2CA3}"/>
              </a:ext>
            </a:extLst>
          </p:cNvPr>
          <p:cNvPicPr>
            <a:picLocks noChangeAspect="1"/>
          </p:cNvPicPr>
          <p:nvPr/>
        </p:nvPicPr>
        <p:blipFill>
          <a:blip r:embed="rId3"/>
          <a:stretch>
            <a:fillRect/>
          </a:stretch>
        </p:blipFill>
        <p:spPr>
          <a:xfrm>
            <a:off x="675957" y="1201586"/>
            <a:ext cx="9405257" cy="4721991"/>
          </a:xfrm>
          <a:prstGeom prst="rect">
            <a:avLst/>
          </a:prstGeom>
        </p:spPr>
      </p:pic>
    </p:spTree>
    <p:extLst>
      <p:ext uri="{BB962C8B-B14F-4D97-AF65-F5344CB8AC3E}">
        <p14:creationId xmlns:p14="http://schemas.microsoft.com/office/powerpoint/2010/main" val="319094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4EA3C-8994-E5EF-E9FC-4F334F73512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0FDCCC0-0670-B651-9B84-57DD8F47BE1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8CA9F87-4EE0-A12B-B344-26F92050A1FA}"/>
              </a:ext>
            </a:extLst>
          </p:cNvPr>
          <p:cNvSpPr>
            <a:spLocks noGrp="1"/>
          </p:cNvSpPr>
          <p:nvPr>
            <p:ph type="title"/>
          </p:nvPr>
        </p:nvSpPr>
        <p:spPr>
          <a:xfrm>
            <a:off x="675957" y="137887"/>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70840FC-D31C-4542-4B0F-01C3703EE4E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2086276-1D3E-0511-DDBE-CA9A2342338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DA238AA-C3D8-BC77-49AD-1ED751E95A63}"/>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72EDD0FC-5A2D-8903-7054-D81C6A8192AF}"/>
              </a:ext>
            </a:extLst>
          </p:cNvPr>
          <p:cNvPicPr>
            <a:picLocks noChangeAspect="1"/>
          </p:cNvPicPr>
          <p:nvPr/>
        </p:nvPicPr>
        <p:blipFill>
          <a:blip r:embed="rId3"/>
          <a:stretch>
            <a:fillRect/>
          </a:stretch>
        </p:blipFill>
        <p:spPr>
          <a:xfrm>
            <a:off x="593733" y="968884"/>
            <a:ext cx="8977138" cy="5599556"/>
          </a:xfrm>
          <a:prstGeom prst="rect">
            <a:avLst/>
          </a:prstGeom>
        </p:spPr>
      </p:pic>
    </p:spTree>
    <p:extLst>
      <p:ext uri="{BB962C8B-B14F-4D97-AF65-F5344CB8AC3E}">
        <p14:creationId xmlns:p14="http://schemas.microsoft.com/office/powerpoint/2010/main" val="1670293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AFE8A-0BC9-049C-1E3F-E2419473266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82FCF00-C1B0-64CF-1564-AEDCDA066EB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E378DF3-D21C-C224-5262-31017264D57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7198730-D7CD-7B5B-6A96-D3B5096C9B8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8F3626E-0DFC-BB77-DF5E-035F5729417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C0DFF7D-F9B1-6013-3BCF-0637B110134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4" name="Picture 13">
            <a:extLst>
              <a:ext uri="{FF2B5EF4-FFF2-40B4-BE49-F238E27FC236}">
                <a16:creationId xmlns:a16="http://schemas.microsoft.com/office/drawing/2014/main" id="{CCB3E594-DBEF-72BE-30AF-E93E97D0123E}"/>
              </a:ext>
            </a:extLst>
          </p:cNvPr>
          <p:cNvPicPr>
            <a:picLocks noChangeAspect="1"/>
          </p:cNvPicPr>
          <p:nvPr/>
        </p:nvPicPr>
        <p:blipFill>
          <a:blip r:embed="rId3"/>
          <a:stretch>
            <a:fillRect/>
          </a:stretch>
        </p:blipFill>
        <p:spPr>
          <a:xfrm>
            <a:off x="435609" y="1023089"/>
            <a:ext cx="6599492" cy="5692633"/>
          </a:xfrm>
          <a:prstGeom prst="rect">
            <a:avLst/>
          </a:prstGeom>
        </p:spPr>
      </p:pic>
    </p:spTree>
    <p:extLst>
      <p:ext uri="{BB962C8B-B14F-4D97-AF65-F5344CB8AC3E}">
        <p14:creationId xmlns:p14="http://schemas.microsoft.com/office/powerpoint/2010/main" val="175201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46E35-1D22-FDC6-8959-7DBADA66C17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3C79576-65B4-257A-6212-568F1ACAD7F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1E7756B-6CEE-D908-9955-933C3664F98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0A96610-D9E7-632D-BDF5-686DFF14DF8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632640C-3845-6E23-FFD3-9EF9A4574AF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584792E-2C42-CCD6-F1B0-4C214327A86B}"/>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41B7D51E-2640-C153-A1EB-35D2919EF4C3}"/>
              </a:ext>
            </a:extLst>
          </p:cNvPr>
          <p:cNvPicPr>
            <a:picLocks noChangeAspect="1"/>
          </p:cNvPicPr>
          <p:nvPr/>
        </p:nvPicPr>
        <p:blipFill>
          <a:blip r:embed="rId3"/>
          <a:stretch>
            <a:fillRect/>
          </a:stretch>
        </p:blipFill>
        <p:spPr>
          <a:xfrm>
            <a:off x="675957" y="1086290"/>
            <a:ext cx="7992182" cy="5401121"/>
          </a:xfrm>
          <a:prstGeom prst="rect">
            <a:avLst/>
          </a:prstGeom>
        </p:spPr>
      </p:pic>
    </p:spTree>
    <p:extLst>
      <p:ext uri="{BB962C8B-B14F-4D97-AF65-F5344CB8AC3E}">
        <p14:creationId xmlns:p14="http://schemas.microsoft.com/office/powerpoint/2010/main" val="2171267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C74B5-B22A-A4F1-C730-69343138666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2EA3C4D-BB5E-8B8C-072F-244FA1FD759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4342857-AE71-C6B2-7B65-4C9F8F0BB47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FEA10ED-3499-8561-79E7-CA854161D23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BBCDA10-2274-2020-E450-AB4B3A81128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F52310B-0AEB-A11F-41A3-FE69F3999F94}"/>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33D2A3AC-A445-4F29-0638-C9ABEE81BD39}"/>
              </a:ext>
            </a:extLst>
          </p:cNvPr>
          <p:cNvPicPr>
            <a:picLocks noChangeAspect="1"/>
          </p:cNvPicPr>
          <p:nvPr/>
        </p:nvPicPr>
        <p:blipFill>
          <a:blip r:embed="rId3"/>
          <a:stretch>
            <a:fillRect/>
          </a:stretch>
        </p:blipFill>
        <p:spPr>
          <a:xfrm>
            <a:off x="541176" y="1229383"/>
            <a:ext cx="9862457" cy="4196924"/>
          </a:xfrm>
          <a:prstGeom prst="rect">
            <a:avLst/>
          </a:prstGeom>
        </p:spPr>
      </p:pic>
    </p:spTree>
    <p:extLst>
      <p:ext uri="{BB962C8B-B14F-4D97-AF65-F5344CB8AC3E}">
        <p14:creationId xmlns:p14="http://schemas.microsoft.com/office/powerpoint/2010/main" val="1661305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C6413-87AA-118E-D931-5D86C094A47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802DE0-3ABB-4FC5-A067-A5216F4684B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084DEF7-3BF2-170D-B1B7-54CC405690B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DF6D585-A23D-76AC-0FCE-72792C60921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736DBB9-D711-9160-2468-D1A94550340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CDF1A62-5127-B042-2DA6-3EEA2881E2BB}"/>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FD627140-A09B-7784-A620-A60E5B2140DE}"/>
              </a:ext>
            </a:extLst>
          </p:cNvPr>
          <p:cNvPicPr>
            <a:picLocks noChangeAspect="1"/>
          </p:cNvPicPr>
          <p:nvPr/>
        </p:nvPicPr>
        <p:blipFill>
          <a:blip r:embed="rId3"/>
          <a:stretch>
            <a:fillRect/>
          </a:stretch>
        </p:blipFill>
        <p:spPr>
          <a:xfrm>
            <a:off x="426574" y="1249013"/>
            <a:ext cx="9311456" cy="5212747"/>
          </a:xfrm>
          <a:prstGeom prst="rect">
            <a:avLst/>
          </a:prstGeom>
        </p:spPr>
      </p:pic>
    </p:spTree>
    <p:extLst>
      <p:ext uri="{BB962C8B-B14F-4D97-AF65-F5344CB8AC3E}">
        <p14:creationId xmlns:p14="http://schemas.microsoft.com/office/powerpoint/2010/main" val="3522952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B25F0-5175-98E4-BE30-20CC3C251F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1FC2C6E-10F0-3560-4307-D1ABAF56A0F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6BC1307-582C-70AF-1C97-1010495ED889}"/>
              </a:ext>
            </a:extLst>
          </p:cNvPr>
          <p:cNvSpPr>
            <a:spLocks noGrp="1"/>
          </p:cNvSpPr>
          <p:nvPr>
            <p:ph type="title"/>
          </p:nvPr>
        </p:nvSpPr>
        <p:spPr>
          <a:xfrm>
            <a:off x="675957" y="173456"/>
            <a:ext cx="2717483" cy="572726"/>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270931A7-300D-4CD2-7176-EAA95F30E0E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5D398CD-951B-286D-4D43-24AFF71F0FF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70B9072-E538-6C46-1CEA-EFFFF30CE741}"/>
              </a:ext>
            </a:extLst>
          </p:cNvPr>
          <p:cNvPicPr>
            <a:picLocks noChangeAspect="1"/>
          </p:cNvPicPr>
          <p:nvPr/>
        </p:nvPicPr>
        <p:blipFill>
          <a:blip r:embed="rId3"/>
          <a:stretch>
            <a:fillRect/>
          </a:stretch>
        </p:blipFill>
        <p:spPr>
          <a:xfrm>
            <a:off x="3393440" y="589154"/>
            <a:ext cx="3566469" cy="1767993"/>
          </a:xfrm>
          <a:prstGeom prst="rect">
            <a:avLst/>
          </a:prstGeom>
        </p:spPr>
      </p:pic>
      <p:pic>
        <p:nvPicPr>
          <p:cNvPr id="12" name="Picture 11">
            <a:extLst>
              <a:ext uri="{FF2B5EF4-FFF2-40B4-BE49-F238E27FC236}">
                <a16:creationId xmlns:a16="http://schemas.microsoft.com/office/drawing/2014/main" id="{856D4FCF-5810-6534-9CC2-CD146EAC7875}"/>
              </a:ext>
            </a:extLst>
          </p:cNvPr>
          <p:cNvPicPr>
            <a:picLocks noChangeAspect="1"/>
          </p:cNvPicPr>
          <p:nvPr/>
        </p:nvPicPr>
        <p:blipFill>
          <a:blip r:embed="rId4"/>
          <a:stretch>
            <a:fillRect/>
          </a:stretch>
        </p:blipFill>
        <p:spPr>
          <a:xfrm>
            <a:off x="487265" y="2668418"/>
            <a:ext cx="9571549" cy="3803502"/>
          </a:xfrm>
          <a:prstGeom prst="rect">
            <a:avLst/>
          </a:prstGeom>
        </p:spPr>
      </p:pic>
    </p:spTree>
    <p:extLst>
      <p:ext uri="{BB962C8B-B14F-4D97-AF65-F5344CB8AC3E}">
        <p14:creationId xmlns:p14="http://schemas.microsoft.com/office/powerpoint/2010/main" val="3756237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E7173-7E1A-39C4-F00B-C2FB0A66AC2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D3CFDC0-E21C-8CB9-0FB8-5960F2080E5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53AF4BD-7A09-713B-EF6C-0681FE016FB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AF13EDA-9DA1-26FD-459D-41BA4A713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419A552-C9FE-7105-230A-AAA3419432F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FEDC018-60A9-FE03-55F8-C3F6E8F63860}"/>
              </a:ext>
            </a:extLst>
          </p:cNvPr>
          <p:cNvPicPr>
            <a:picLocks noChangeAspect="1"/>
          </p:cNvPicPr>
          <p:nvPr/>
        </p:nvPicPr>
        <p:blipFill>
          <a:blip r:embed="rId3"/>
          <a:stretch>
            <a:fillRect/>
          </a:stretch>
        </p:blipFill>
        <p:spPr>
          <a:xfrm>
            <a:off x="472122" y="1765146"/>
            <a:ext cx="9372918" cy="3151406"/>
          </a:xfrm>
          <a:prstGeom prst="rect">
            <a:avLst/>
          </a:prstGeom>
        </p:spPr>
      </p:pic>
    </p:spTree>
    <p:extLst>
      <p:ext uri="{BB962C8B-B14F-4D97-AF65-F5344CB8AC3E}">
        <p14:creationId xmlns:p14="http://schemas.microsoft.com/office/powerpoint/2010/main" val="387153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483FA-AA3E-E9A5-6A00-8C26DF06C6F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33688E-6382-9850-4AD7-2F1D76F3A5F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195F41C-32DE-859C-EBB8-13A9DD23CA3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9F4F03F-E6D6-23F0-7EF4-65B54778313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46809B2-AD75-27EF-431B-37F8CE32018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01F463C-0E99-CF6D-A49C-B799BE3A3A13}"/>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5E79CB01-4B9B-3A00-660C-C97E4B34D876}"/>
              </a:ext>
            </a:extLst>
          </p:cNvPr>
          <p:cNvPicPr>
            <a:picLocks noChangeAspect="1"/>
          </p:cNvPicPr>
          <p:nvPr/>
        </p:nvPicPr>
        <p:blipFill>
          <a:blip r:embed="rId3"/>
          <a:stretch>
            <a:fillRect/>
          </a:stretch>
        </p:blipFill>
        <p:spPr>
          <a:xfrm>
            <a:off x="320982" y="1099694"/>
            <a:ext cx="9987280" cy="4658611"/>
          </a:xfrm>
          <a:prstGeom prst="rect">
            <a:avLst/>
          </a:prstGeom>
        </p:spPr>
      </p:pic>
    </p:spTree>
    <p:extLst>
      <p:ext uri="{BB962C8B-B14F-4D97-AF65-F5344CB8AC3E}">
        <p14:creationId xmlns:p14="http://schemas.microsoft.com/office/powerpoint/2010/main" val="372613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A135A-1FC6-62CE-F422-2D5BD15AC07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1D4A1E0-FB97-99D8-53D2-C53E238D1DF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D6FE9BB-1E57-EB02-EAA8-E699E03671A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2275CC1-BE3A-C51F-29CF-08D2488DA00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D757B22-E5B3-34D4-8ABC-8FA3D0DCFD4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19B562C-0945-C467-0C14-37A7D1950C6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5729AC80-AB74-9C62-51E1-559A6A2F617B}"/>
              </a:ext>
            </a:extLst>
          </p:cNvPr>
          <p:cNvPicPr>
            <a:picLocks noChangeAspect="1"/>
          </p:cNvPicPr>
          <p:nvPr/>
        </p:nvPicPr>
        <p:blipFill>
          <a:blip r:embed="rId3"/>
          <a:stretch>
            <a:fillRect/>
          </a:stretch>
        </p:blipFill>
        <p:spPr>
          <a:xfrm>
            <a:off x="487680" y="1201586"/>
            <a:ext cx="9926320" cy="5151977"/>
          </a:xfrm>
          <a:prstGeom prst="rect">
            <a:avLst/>
          </a:prstGeom>
        </p:spPr>
      </p:pic>
    </p:spTree>
    <p:extLst>
      <p:ext uri="{BB962C8B-B14F-4D97-AF65-F5344CB8AC3E}">
        <p14:creationId xmlns:p14="http://schemas.microsoft.com/office/powerpoint/2010/main" val="3090659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A0C6C-A143-EA8A-93B3-80E8DBE90DF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0E44869-DB91-5A2E-B34A-34494170B5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512781B-5617-C4B1-D3DF-65982822401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AEC2AEB-66D7-3D29-D95D-D15274805C5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C22A44B-78D0-EB7C-6946-243FB7D6B29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9A61050-E3B3-019F-B637-A547B053DFE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BD5CDB79-CFFA-47A4-B595-CE809B9C1455}"/>
              </a:ext>
            </a:extLst>
          </p:cNvPr>
          <p:cNvPicPr>
            <a:picLocks noChangeAspect="1"/>
          </p:cNvPicPr>
          <p:nvPr/>
        </p:nvPicPr>
        <p:blipFill>
          <a:blip r:embed="rId3"/>
          <a:stretch>
            <a:fillRect/>
          </a:stretch>
        </p:blipFill>
        <p:spPr>
          <a:xfrm>
            <a:off x="540782" y="1097280"/>
            <a:ext cx="9083040" cy="5285906"/>
          </a:xfrm>
          <a:prstGeom prst="rect">
            <a:avLst/>
          </a:prstGeom>
        </p:spPr>
      </p:pic>
    </p:spTree>
    <p:extLst>
      <p:ext uri="{BB962C8B-B14F-4D97-AF65-F5344CB8AC3E}">
        <p14:creationId xmlns:p14="http://schemas.microsoft.com/office/powerpoint/2010/main" val="93806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DD1AB-02D7-519F-B005-09C9B4B1CC6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68E8CA6-23A4-CD11-5F1F-9B9977452B7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6B8DBB7-8ECE-B589-805C-9EBC2C8B403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A6F2C3A-3D66-D3E9-2447-2A2AD84673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85BEB08-5D20-4ADD-AD12-4DB51EF4529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617B3CDA-FF60-E04C-9406-3E53D03FD0ED}"/>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AE0C6C1A-712D-708C-C0E1-61ADD7D57366}"/>
              </a:ext>
            </a:extLst>
          </p:cNvPr>
          <p:cNvPicPr>
            <a:picLocks noChangeAspect="1"/>
          </p:cNvPicPr>
          <p:nvPr/>
        </p:nvPicPr>
        <p:blipFill>
          <a:blip r:embed="rId3"/>
          <a:stretch>
            <a:fillRect/>
          </a:stretch>
        </p:blipFill>
        <p:spPr>
          <a:xfrm>
            <a:off x="443977" y="1275371"/>
            <a:ext cx="9502663" cy="5066303"/>
          </a:xfrm>
          <a:prstGeom prst="rect">
            <a:avLst/>
          </a:prstGeom>
        </p:spPr>
      </p:pic>
    </p:spTree>
    <p:extLst>
      <p:ext uri="{BB962C8B-B14F-4D97-AF65-F5344CB8AC3E}">
        <p14:creationId xmlns:p14="http://schemas.microsoft.com/office/powerpoint/2010/main" val="3880351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F401C-A14F-3D33-5339-F3AD1FAE084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CD771B0-F66B-CE76-BBF4-BC2A7455C77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CD3EE3E-7078-8B9B-A1EF-A62A0A1E8CC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64E24653-1B3A-9467-9A65-8B83FB01DF8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3D49A8B-630C-5553-6410-68E09C25566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146ABFE-0C7D-9545-6895-FE8F3D9AB627}"/>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C23E6C72-74A6-C16C-A298-933DC316E734}"/>
              </a:ext>
            </a:extLst>
          </p:cNvPr>
          <p:cNvPicPr>
            <a:picLocks noChangeAspect="1"/>
          </p:cNvPicPr>
          <p:nvPr/>
        </p:nvPicPr>
        <p:blipFill>
          <a:blip r:embed="rId3"/>
          <a:stretch>
            <a:fillRect/>
          </a:stretch>
        </p:blipFill>
        <p:spPr>
          <a:xfrm>
            <a:off x="320982" y="1102085"/>
            <a:ext cx="9820295" cy="5654315"/>
          </a:xfrm>
          <a:prstGeom prst="rect">
            <a:avLst/>
          </a:prstGeom>
        </p:spPr>
      </p:pic>
    </p:spTree>
    <p:extLst>
      <p:ext uri="{BB962C8B-B14F-4D97-AF65-F5344CB8AC3E}">
        <p14:creationId xmlns:p14="http://schemas.microsoft.com/office/powerpoint/2010/main" val="3361706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1BBC0-5B33-2E99-44E5-A7A65283276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9A1982-F1B2-550A-41A0-E0D179238E3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ADC4FC6-D3DD-C8E0-73C7-8848D14F5AA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169E018-889A-2B36-D885-95A839C8F2D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8E4583F-1E9D-6C79-FD09-2555D684D08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AD2F4B4-D6C1-5DC7-11DC-A7626778EAF4}"/>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2436946-60B2-C57B-65CC-1396E29F8977}"/>
              </a:ext>
            </a:extLst>
          </p:cNvPr>
          <p:cNvPicPr>
            <a:picLocks noChangeAspect="1"/>
          </p:cNvPicPr>
          <p:nvPr/>
        </p:nvPicPr>
        <p:blipFill>
          <a:blip r:embed="rId3"/>
          <a:stretch>
            <a:fillRect/>
          </a:stretch>
        </p:blipFill>
        <p:spPr>
          <a:xfrm>
            <a:off x="675957" y="1015732"/>
            <a:ext cx="8811732" cy="5003585"/>
          </a:xfrm>
          <a:prstGeom prst="rect">
            <a:avLst/>
          </a:prstGeom>
        </p:spPr>
      </p:pic>
    </p:spTree>
    <p:extLst>
      <p:ext uri="{BB962C8B-B14F-4D97-AF65-F5344CB8AC3E}">
        <p14:creationId xmlns:p14="http://schemas.microsoft.com/office/powerpoint/2010/main" val="301917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FDCF-0397-AA87-D9E4-81796483554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A2E310-E4D4-044D-5401-7B626B6D593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8306C80-602C-2202-6863-D2B58BF164C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6AF7A26-D7A5-9C68-5FC6-C2B2E44E3D7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D593432-045F-95DC-9456-5BD65EB27EA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7EDF42D6-4645-94F9-6E3E-C7583C7CE71B}"/>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3C83B2CE-1BDD-6DB0-25C7-2A3F903128F2}"/>
              </a:ext>
            </a:extLst>
          </p:cNvPr>
          <p:cNvPicPr>
            <a:picLocks noChangeAspect="1"/>
          </p:cNvPicPr>
          <p:nvPr/>
        </p:nvPicPr>
        <p:blipFill>
          <a:blip r:embed="rId3"/>
          <a:stretch>
            <a:fillRect/>
          </a:stretch>
        </p:blipFill>
        <p:spPr>
          <a:xfrm>
            <a:off x="675957" y="1158436"/>
            <a:ext cx="8114696" cy="4267871"/>
          </a:xfrm>
          <a:prstGeom prst="rect">
            <a:avLst/>
          </a:prstGeom>
        </p:spPr>
      </p:pic>
    </p:spTree>
    <p:extLst>
      <p:ext uri="{BB962C8B-B14F-4D97-AF65-F5344CB8AC3E}">
        <p14:creationId xmlns:p14="http://schemas.microsoft.com/office/powerpoint/2010/main" val="2002124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F8655-5590-10FB-82B2-497B9A99E3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B65A69-6E85-010D-C582-539A06574A7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15DB3E9-96ED-27BC-31CE-CBBA13AC533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47DABC3-D284-AFD4-8BF3-6767511A2A2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872EA09-9D57-19E1-9F26-D902D727722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A84751B-24F4-3F7B-8590-4B7B756B3C50}"/>
              </a:ext>
            </a:extLst>
          </p:cNvPr>
          <p:cNvPicPr>
            <a:picLocks noChangeAspect="1"/>
          </p:cNvPicPr>
          <p:nvPr/>
        </p:nvPicPr>
        <p:blipFill>
          <a:blip r:embed="rId3"/>
          <a:stretch>
            <a:fillRect/>
          </a:stretch>
        </p:blipFill>
        <p:spPr>
          <a:xfrm>
            <a:off x="461493" y="1201586"/>
            <a:ext cx="4426571" cy="3119120"/>
          </a:xfrm>
          <a:prstGeom prst="rect">
            <a:avLst/>
          </a:prstGeom>
        </p:spPr>
      </p:pic>
      <p:pic>
        <p:nvPicPr>
          <p:cNvPr id="9" name="Picture 8">
            <a:extLst>
              <a:ext uri="{FF2B5EF4-FFF2-40B4-BE49-F238E27FC236}">
                <a16:creationId xmlns:a16="http://schemas.microsoft.com/office/drawing/2014/main" id="{E58FCB40-5AB7-F907-1CC4-831E3F1710CB}"/>
              </a:ext>
            </a:extLst>
          </p:cNvPr>
          <p:cNvPicPr>
            <a:picLocks noChangeAspect="1"/>
          </p:cNvPicPr>
          <p:nvPr/>
        </p:nvPicPr>
        <p:blipFill>
          <a:blip r:embed="rId4"/>
          <a:stretch>
            <a:fillRect/>
          </a:stretch>
        </p:blipFill>
        <p:spPr>
          <a:xfrm>
            <a:off x="5102528" y="370588"/>
            <a:ext cx="5534992" cy="6101331"/>
          </a:xfrm>
          <a:prstGeom prst="rect">
            <a:avLst/>
          </a:prstGeom>
        </p:spPr>
      </p:pic>
    </p:spTree>
    <p:extLst>
      <p:ext uri="{BB962C8B-B14F-4D97-AF65-F5344CB8AC3E}">
        <p14:creationId xmlns:p14="http://schemas.microsoft.com/office/powerpoint/2010/main" val="392468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19AC3-2402-537D-4DE2-DD162D66FDD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80615DC-761A-B906-F865-C4CC22EEB75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1509C6C-8220-C2E0-E473-85F90886B96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C876836-CD8F-7481-8460-DDF0D7D5ED1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F10EC44-712F-DECF-5A0B-881F09228CC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8ECFB5C-3B94-0100-91F7-A03F13E92AB7}"/>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9" name="Picture 8">
            <a:extLst>
              <a:ext uri="{FF2B5EF4-FFF2-40B4-BE49-F238E27FC236}">
                <a16:creationId xmlns:a16="http://schemas.microsoft.com/office/drawing/2014/main" id="{CF11B3DB-EE1A-1DC6-44BC-444CF223FB00}"/>
              </a:ext>
            </a:extLst>
          </p:cNvPr>
          <p:cNvPicPr>
            <a:picLocks noChangeAspect="1"/>
          </p:cNvPicPr>
          <p:nvPr/>
        </p:nvPicPr>
        <p:blipFill>
          <a:blip r:embed="rId3"/>
          <a:stretch>
            <a:fillRect/>
          </a:stretch>
        </p:blipFill>
        <p:spPr>
          <a:xfrm>
            <a:off x="807165" y="1099552"/>
            <a:ext cx="8946436" cy="5603394"/>
          </a:xfrm>
          <a:prstGeom prst="rect">
            <a:avLst/>
          </a:prstGeom>
        </p:spPr>
      </p:pic>
    </p:spTree>
    <p:extLst>
      <p:ext uri="{BB962C8B-B14F-4D97-AF65-F5344CB8AC3E}">
        <p14:creationId xmlns:p14="http://schemas.microsoft.com/office/powerpoint/2010/main" val="229235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EF491-1FF7-B30C-F1B7-4C48A69BDC9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2FDFAB-8DEF-C8AB-260E-653C3F74FC5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8A65EA0-870B-A606-6C85-A4297EB935F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130210A-3EDC-0B72-FEFB-726CEDAE6F0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96011E6-B64C-3A5F-49E5-0941B26CEEF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3CBF464-12D7-EC73-772C-C4871F9839D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FD25355-67E0-0846-662B-94EC264ABAD0}"/>
              </a:ext>
            </a:extLst>
          </p:cNvPr>
          <p:cNvPicPr>
            <a:picLocks noChangeAspect="1"/>
          </p:cNvPicPr>
          <p:nvPr/>
        </p:nvPicPr>
        <p:blipFill>
          <a:blip r:embed="rId3"/>
          <a:stretch>
            <a:fillRect/>
          </a:stretch>
        </p:blipFill>
        <p:spPr>
          <a:xfrm>
            <a:off x="766372" y="1116074"/>
            <a:ext cx="8631860" cy="5106635"/>
          </a:xfrm>
          <a:prstGeom prst="rect">
            <a:avLst/>
          </a:prstGeom>
        </p:spPr>
      </p:pic>
    </p:spTree>
    <p:extLst>
      <p:ext uri="{BB962C8B-B14F-4D97-AF65-F5344CB8AC3E}">
        <p14:creationId xmlns:p14="http://schemas.microsoft.com/office/powerpoint/2010/main" val="3038003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99AC5-2E62-1C00-7547-2AE1F17EA9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2C48097-900A-2A29-2BBE-BEE1077046E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807A1FD-9867-BCCF-FEA2-772025772F3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E8133E7-78F2-E024-5693-F78F9FDEA55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65DFEF6-5A00-DE09-2638-8765CBC79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AC50B8F6-D9E1-A52A-B31C-FBF78106027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02DCFE4E-A4C9-0472-8911-4CB0CFAB77DA}"/>
              </a:ext>
            </a:extLst>
          </p:cNvPr>
          <p:cNvPicPr>
            <a:picLocks noChangeAspect="1"/>
          </p:cNvPicPr>
          <p:nvPr/>
        </p:nvPicPr>
        <p:blipFill>
          <a:blip r:embed="rId3"/>
          <a:stretch>
            <a:fillRect/>
          </a:stretch>
        </p:blipFill>
        <p:spPr>
          <a:xfrm>
            <a:off x="518934" y="1201586"/>
            <a:ext cx="8448909" cy="4604402"/>
          </a:xfrm>
          <a:prstGeom prst="rect">
            <a:avLst/>
          </a:prstGeom>
        </p:spPr>
      </p:pic>
    </p:spTree>
    <p:extLst>
      <p:ext uri="{BB962C8B-B14F-4D97-AF65-F5344CB8AC3E}">
        <p14:creationId xmlns:p14="http://schemas.microsoft.com/office/powerpoint/2010/main" val="358415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AE9B2-EF8B-E4A2-0E81-87C5729AD9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1137C6C-B8CE-5DBD-E3EB-C55B263FED0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07B3778-08E9-92F7-E9B8-561B08DFFE3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3C524E0-318F-C19C-571D-68EACFE212D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5D1A464-038A-5333-2FE8-A5C777104F1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6A3620-82B7-517C-0E1F-12075A49A4A5}"/>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9D3D4A9D-AD72-5761-18FF-C7DBCD51CAA7}"/>
              </a:ext>
            </a:extLst>
          </p:cNvPr>
          <p:cNvPicPr>
            <a:picLocks noChangeAspect="1"/>
          </p:cNvPicPr>
          <p:nvPr/>
        </p:nvPicPr>
        <p:blipFill>
          <a:blip r:embed="rId3"/>
          <a:stretch>
            <a:fillRect/>
          </a:stretch>
        </p:blipFill>
        <p:spPr>
          <a:xfrm>
            <a:off x="433891" y="1201586"/>
            <a:ext cx="9675309" cy="5190462"/>
          </a:xfrm>
          <a:prstGeom prst="rect">
            <a:avLst/>
          </a:prstGeom>
        </p:spPr>
      </p:pic>
    </p:spTree>
    <p:extLst>
      <p:ext uri="{BB962C8B-B14F-4D97-AF65-F5344CB8AC3E}">
        <p14:creationId xmlns:p14="http://schemas.microsoft.com/office/powerpoint/2010/main" val="2092973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E70D6-FD0C-35E5-AF36-002C1678D4C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0FC4F22-1E79-769F-7219-57A45CDF14A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0B0014C-7BBC-31D0-44E2-45EE9853812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44346EE-39DA-8D44-CC9D-DB8D3D3147A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50E227B-22B8-198F-D3E2-1A54BE03DEB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F615D78-46FA-B1A7-0D48-B0A7ACD41DFE}"/>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91C0CD0-9866-4962-2F91-C51E486B58F7}"/>
              </a:ext>
            </a:extLst>
          </p:cNvPr>
          <p:cNvPicPr>
            <a:picLocks noChangeAspect="1"/>
          </p:cNvPicPr>
          <p:nvPr/>
        </p:nvPicPr>
        <p:blipFill>
          <a:blip r:embed="rId3"/>
          <a:stretch>
            <a:fillRect/>
          </a:stretch>
        </p:blipFill>
        <p:spPr>
          <a:xfrm>
            <a:off x="159935" y="1201586"/>
            <a:ext cx="10150392" cy="5072243"/>
          </a:xfrm>
          <a:prstGeom prst="rect">
            <a:avLst/>
          </a:prstGeom>
        </p:spPr>
      </p:pic>
    </p:spTree>
    <p:extLst>
      <p:ext uri="{BB962C8B-B14F-4D97-AF65-F5344CB8AC3E}">
        <p14:creationId xmlns:p14="http://schemas.microsoft.com/office/powerpoint/2010/main" val="132010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0CF2D-EDB2-F6E3-AA48-43F3D144F9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A764B7A-806F-0C66-3C2E-9678FC2E17F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21DCBB5-C9C5-9FC8-5C79-E2E754A98C2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92F6701-12BD-1426-1736-24B568B4FBA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DBBE159-7E1A-9BEA-0966-D902EE43212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A357E4B-32BA-7239-03D9-30144FE273BB}"/>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D62287A8-CE49-FFAB-BD82-5829F0571A34}"/>
              </a:ext>
            </a:extLst>
          </p:cNvPr>
          <p:cNvPicPr>
            <a:picLocks noChangeAspect="1"/>
          </p:cNvPicPr>
          <p:nvPr/>
        </p:nvPicPr>
        <p:blipFill>
          <a:blip r:embed="rId3"/>
          <a:stretch>
            <a:fillRect/>
          </a:stretch>
        </p:blipFill>
        <p:spPr>
          <a:xfrm>
            <a:off x="585818" y="1099584"/>
            <a:ext cx="8483538" cy="4887256"/>
          </a:xfrm>
          <a:prstGeom prst="rect">
            <a:avLst/>
          </a:prstGeom>
        </p:spPr>
      </p:pic>
    </p:spTree>
    <p:extLst>
      <p:ext uri="{BB962C8B-B14F-4D97-AF65-F5344CB8AC3E}">
        <p14:creationId xmlns:p14="http://schemas.microsoft.com/office/powerpoint/2010/main" val="4239700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4B4CF-E282-F6BB-AE45-A252CFDE0C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CB6A6D0-8CE6-AFC2-B121-11C016CE29F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01DB4AC-D3E8-1688-EA44-0EB76915715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363A4B0-188A-6619-17EA-AC08F46A6D7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00EBC01-BAB7-E784-F7B9-9AAD6BA5162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FD5A9F0B-007E-3E05-93BE-BC8196BD121B}"/>
              </a:ext>
            </a:extLst>
          </p:cNvPr>
          <p:cNvPicPr>
            <a:picLocks noChangeAspect="1"/>
          </p:cNvPicPr>
          <p:nvPr/>
        </p:nvPicPr>
        <p:blipFill>
          <a:blip r:embed="rId3"/>
          <a:stretch>
            <a:fillRect/>
          </a:stretch>
        </p:blipFill>
        <p:spPr>
          <a:xfrm>
            <a:off x="807164" y="1057279"/>
            <a:ext cx="9077910" cy="5199284"/>
          </a:xfrm>
          <a:prstGeom prst="rect">
            <a:avLst/>
          </a:prstGeom>
        </p:spPr>
      </p:pic>
    </p:spTree>
    <p:extLst>
      <p:ext uri="{BB962C8B-B14F-4D97-AF65-F5344CB8AC3E}">
        <p14:creationId xmlns:p14="http://schemas.microsoft.com/office/powerpoint/2010/main" val="908124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70C27-7785-404C-DCA9-D0B338CC54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6454398-F617-5B5D-6C54-A6113EC5F7C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9CA1A53-087D-0419-3C54-E36C27BB585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3A9533B-4ACC-9981-59AF-5BC99541124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2778D2A-4E83-C01E-F5BD-7552F820014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6BC9F204-1C49-56A3-DB0E-FEFFA395B557}"/>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440BC612-D1E8-2F8F-6A70-ECC59D7D164A}"/>
              </a:ext>
            </a:extLst>
          </p:cNvPr>
          <p:cNvPicPr>
            <a:picLocks noChangeAspect="1"/>
          </p:cNvPicPr>
          <p:nvPr/>
        </p:nvPicPr>
        <p:blipFill>
          <a:blip r:embed="rId3"/>
          <a:stretch>
            <a:fillRect/>
          </a:stretch>
        </p:blipFill>
        <p:spPr>
          <a:xfrm>
            <a:off x="542639" y="1002510"/>
            <a:ext cx="9795680" cy="5662450"/>
          </a:xfrm>
          <a:prstGeom prst="rect">
            <a:avLst/>
          </a:prstGeom>
        </p:spPr>
      </p:pic>
    </p:spTree>
    <p:extLst>
      <p:ext uri="{BB962C8B-B14F-4D97-AF65-F5344CB8AC3E}">
        <p14:creationId xmlns:p14="http://schemas.microsoft.com/office/powerpoint/2010/main" val="239055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C0BD8-0C68-87A4-12BD-8A668787F98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EF05BB-F031-80E3-9C2B-BD32941C6F2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CA667B6-F3CE-A5B2-31B0-A4C86EB5B27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65E191F-BA38-8AF6-2DC3-CB7C1C57DFE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A5E4216-58E2-DF31-2AFC-3E0744FDBC9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1E97C39E-333C-DAAB-27C2-26BAADB80DE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83B77A1-6E63-446A-6E33-5A6DBCC06F65}"/>
              </a:ext>
            </a:extLst>
          </p:cNvPr>
          <p:cNvPicPr>
            <a:picLocks noChangeAspect="1"/>
          </p:cNvPicPr>
          <p:nvPr/>
        </p:nvPicPr>
        <p:blipFill>
          <a:blip r:embed="rId3"/>
          <a:stretch>
            <a:fillRect/>
          </a:stretch>
        </p:blipFill>
        <p:spPr>
          <a:xfrm>
            <a:off x="675957" y="1206033"/>
            <a:ext cx="8175128" cy="4445933"/>
          </a:xfrm>
          <a:prstGeom prst="rect">
            <a:avLst/>
          </a:prstGeom>
        </p:spPr>
      </p:pic>
    </p:spTree>
    <p:extLst>
      <p:ext uri="{BB962C8B-B14F-4D97-AF65-F5344CB8AC3E}">
        <p14:creationId xmlns:p14="http://schemas.microsoft.com/office/powerpoint/2010/main" val="379806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E2D33-B9E9-DD6D-2949-D66DFACB858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8D0E2C-A344-960A-79C7-EFC732A0EA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FD0EB3C-07C1-1D6C-2411-A2632C03DCE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28A22B2-D6DC-E97C-645B-7A9217F1733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BEBA717-94FA-6D3F-1046-51D33D034DE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3ED5E68-7A89-408D-9DA0-4EB9D45BD996}"/>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C88E58DC-C079-BC2F-6BEF-FEEEEEF7F759}"/>
              </a:ext>
            </a:extLst>
          </p:cNvPr>
          <p:cNvPicPr>
            <a:picLocks noChangeAspect="1"/>
          </p:cNvPicPr>
          <p:nvPr/>
        </p:nvPicPr>
        <p:blipFill>
          <a:blip r:embed="rId3"/>
          <a:stretch>
            <a:fillRect/>
          </a:stretch>
        </p:blipFill>
        <p:spPr>
          <a:xfrm>
            <a:off x="514967" y="1135983"/>
            <a:ext cx="9134669" cy="5085848"/>
          </a:xfrm>
          <a:prstGeom prst="rect">
            <a:avLst/>
          </a:prstGeom>
        </p:spPr>
      </p:pic>
    </p:spTree>
    <p:extLst>
      <p:ext uri="{BB962C8B-B14F-4D97-AF65-F5344CB8AC3E}">
        <p14:creationId xmlns:p14="http://schemas.microsoft.com/office/powerpoint/2010/main" val="314433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00C47-978F-4DB1-6B2B-8EEBE0F245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F352193-98FC-0E2B-AA91-58C1CF9EA82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6F22EBA-230C-401C-5854-F469288C05A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E3274BC-AB95-8511-643E-964B2A04192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C8CCB8E-428D-5034-BD9E-1C97BB4EAAE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6994FF2-1F24-860A-4A99-76261A70384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6E0DEACB-31A3-6BB3-E1B5-83628A034C8C}"/>
              </a:ext>
            </a:extLst>
          </p:cNvPr>
          <p:cNvPicPr>
            <a:picLocks noChangeAspect="1"/>
          </p:cNvPicPr>
          <p:nvPr/>
        </p:nvPicPr>
        <p:blipFill>
          <a:blip r:embed="rId3"/>
          <a:stretch>
            <a:fillRect/>
          </a:stretch>
        </p:blipFill>
        <p:spPr>
          <a:xfrm>
            <a:off x="93306" y="18430"/>
            <a:ext cx="6436057" cy="2547219"/>
          </a:xfrm>
          <a:prstGeom prst="rect">
            <a:avLst/>
          </a:prstGeom>
        </p:spPr>
      </p:pic>
      <p:pic>
        <p:nvPicPr>
          <p:cNvPr id="9" name="Picture 8">
            <a:extLst>
              <a:ext uri="{FF2B5EF4-FFF2-40B4-BE49-F238E27FC236}">
                <a16:creationId xmlns:a16="http://schemas.microsoft.com/office/drawing/2014/main" id="{40966C6B-B869-C4D1-0DF2-FCC1C61B0B23}"/>
              </a:ext>
            </a:extLst>
          </p:cNvPr>
          <p:cNvPicPr>
            <a:picLocks noChangeAspect="1"/>
          </p:cNvPicPr>
          <p:nvPr/>
        </p:nvPicPr>
        <p:blipFill>
          <a:blip r:embed="rId4"/>
          <a:stretch>
            <a:fillRect/>
          </a:stretch>
        </p:blipFill>
        <p:spPr>
          <a:xfrm>
            <a:off x="464463" y="2467357"/>
            <a:ext cx="8677469" cy="4102856"/>
          </a:xfrm>
          <a:prstGeom prst="rect">
            <a:avLst/>
          </a:prstGeom>
        </p:spPr>
      </p:pic>
    </p:spTree>
    <p:extLst>
      <p:ext uri="{BB962C8B-B14F-4D97-AF65-F5344CB8AC3E}">
        <p14:creationId xmlns:p14="http://schemas.microsoft.com/office/powerpoint/2010/main" val="246770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43AFE-CC4E-3ED7-6F23-3F145B8EDD6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509123-8F8B-A2E1-9502-667FAA979F1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313E0EE-67EC-CEE2-5CAC-0253BCFCA2F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2A27921-032F-8675-426E-53219A16995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1BF9C90-9DCD-6D80-95AB-ED911D6F0F0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A934714A-A9AF-3A9F-FC70-45CBA41ADE51}"/>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EB8A1AA6-5B38-453B-89D9-0C8CEF192370}"/>
              </a:ext>
            </a:extLst>
          </p:cNvPr>
          <p:cNvPicPr>
            <a:picLocks noChangeAspect="1"/>
          </p:cNvPicPr>
          <p:nvPr/>
        </p:nvPicPr>
        <p:blipFill>
          <a:blip r:embed="rId3"/>
          <a:stretch>
            <a:fillRect/>
          </a:stretch>
        </p:blipFill>
        <p:spPr>
          <a:xfrm>
            <a:off x="675957" y="121589"/>
            <a:ext cx="8929396" cy="2307564"/>
          </a:xfrm>
          <a:prstGeom prst="rect">
            <a:avLst/>
          </a:prstGeom>
        </p:spPr>
      </p:pic>
      <p:pic>
        <p:nvPicPr>
          <p:cNvPr id="9" name="Picture 8">
            <a:extLst>
              <a:ext uri="{FF2B5EF4-FFF2-40B4-BE49-F238E27FC236}">
                <a16:creationId xmlns:a16="http://schemas.microsoft.com/office/drawing/2014/main" id="{9884D311-EAF1-D73C-3D1D-27F87515FC9B}"/>
              </a:ext>
            </a:extLst>
          </p:cNvPr>
          <p:cNvPicPr>
            <a:picLocks noChangeAspect="1"/>
          </p:cNvPicPr>
          <p:nvPr/>
        </p:nvPicPr>
        <p:blipFill>
          <a:blip r:embed="rId4"/>
          <a:stretch>
            <a:fillRect/>
          </a:stretch>
        </p:blipFill>
        <p:spPr>
          <a:xfrm>
            <a:off x="617604" y="2429153"/>
            <a:ext cx="8929396" cy="4285323"/>
          </a:xfrm>
          <a:prstGeom prst="rect">
            <a:avLst/>
          </a:prstGeom>
        </p:spPr>
      </p:pic>
    </p:spTree>
    <p:extLst>
      <p:ext uri="{BB962C8B-B14F-4D97-AF65-F5344CB8AC3E}">
        <p14:creationId xmlns:p14="http://schemas.microsoft.com/office/powerpoint/2010/main" val="158792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06408-D4DF-48E5-A151-E05CDD7F82D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D17860-B384-5237-87D2-7E11C25078C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882EBE4-0C1F-2306-E04E-4723D689C20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414549C-3130-3A9C-B88E-42CD4FAD240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A81B446-6180-2533-3D78-A190DF868F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EB50C293-5652-057D-5294-E39E94F7D08C}"/>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DD5DB530-A3CC-B1B3-5BF5-B3BF76734958}"/>
              </a:ext>
            </a:extLst>
          </p:cNvPr>
          <p:cNvPicPr>
            <a:picLocks noChangeAspect="1"/>
          </p:cNvPicPr>
          <p:nvPr/>
        </p:nvPicPr>
        <p:blipFill>
          <a:blip r:embed="rId3"/>
          <a:stretch>
            <a:fillRect/>
          </a:stretch>
        </p:blipFill>
        <p:spPr>
          <a:xfrm>
            <a:off x="243131" y="176714"/>
            <a:ext cx="9678342" cy="2197314"/>
          </a:xfrm>
          <a:prstGeom prst="rect">
            <a:avLst/>
          </a:prstGeom>
        </p:spPr>
      </p:pic>
      <p:pic>
        <p:nvPicPr>
          <p:cNvPr id="9" name="Picture 8">
            <a:extLst>
              <a:ext uri="{FF2B5EF4-FFF2-40B4-BE49-F238E27FC236}">
                <a16:creationId xmlns:a16="http://schemas.microsoft.com/office/drawing/2014/main" id="{E5DFE230-263F-C9EB-9B7B-E9AFA511F397}"/>
              </a:ext>
            </a:extLst>
          </p:cNvPr>
          <p:cNvPicPr>
            <a:picLocks noChangeAspect="1"/>
          </p:cNvPicPr>
          <p:nvPr/>
        </p:nvPicPr>
        <p:blipFill>
          <a:blip r:embed="rId4"/>
          <a:stretch>
            <a:fillRect/>
          </a:stretch>
        </p:blipFill>
        <p:spPr>
          <a:xfrm>
            <a:off x="675957" y="2390354"/>
            <a:ext cx="7990138" cy="4290932"/>
          </a:xfrm>
          <a:prstGeom prst="rect">
            <a:avLst/>
          </a:prstGeom>
        </p:spPr>
      </p:pic>
    </p:spTree>
    <p:extLst>
      <p:ext uri="{BB962C8B-B14F-4D97-AF65-F5344CB8AC3E}">
        <p14:creationId xmlns:p14="http://schemas.microsoft.com/office/powerpoint/2010/main" val="375396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F484A-F95C-B279-9619-1E1FF0C99C8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8924F48-7F09-7108-D54D-56DFDD020E1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3A23262-D2B9-AA00-C13B-D1096CE104F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156F113-DBA0-B512-59C7-946FD36F01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DF1E9B3-51B3-2396-003E-B54EE40AB10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804F4CD-025F-B0F4-E760-BA8DD7210AFE}"/>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0DFC363B-44D3-7AFE-2EEA-D96C31106945}"/>
              </a:ext>
            </a:extLst>
          </p:cNvPr>
          <p:cNvPicPr>
            <a:picLocks noChangeAspect="1"/>
          </p:cNvPicPr>
          <p:nvPr/>
        </p:nvPicPr>
        <p:blipFill>
          <a:blip r:embed="rId3"/>
          <a:stretch>
            <a:fillRect/>
          </a:stretch>
        </p:blipFill>
        <p:spPr>
          <a:xfrm>
            <a:off x="473522" y="1275371"/>
            <a:ext cx="5719857" cy="3427404"/>
          </a:xfrm>
          <a:prstGeom prst="rect">
            <a:avLst/>
          </a:prstGeom>
        </p:spPr>
      </p:pic>
      <p:pic>
        <p:nvPicPr>
          <p:cNvPr id="9" name="Picture 8">
            <a:extLst>
              <a:ext uri="{FF2B5EF4-FFF2-40B4-BE49-F238E27FC236}">
                <a16:creationId xmlns:a16="http://schemas.microsoft.com/office/drawing/2014/main" id="{407F0E4B-BF5A-D061-6498-1956B7902851}"/>
              </a:ext>
            </a:extLst>
          </p:cNvPr>
          <p:cNvPicPr>
            <a:picLocks noChangeAspect="1"/>
          </p:cNvPicPr>
          <p:nvPr/>
        </p:nvPicPr>
        <p:blipFill>
          <a:blip r:embed="rId4"/>
          <a:stretch>
            <a:fillRect/>
          </a:stretch>
        </p:blipFill>
        <p:spPr>
          <a:xfrm>
            <a:off x="6449010" y="1275371"/>
            <a:ext cx="5517154" cy="3714966"/>
          </a:xfrm>
          <a:prstGeom prst="rect">
            <a:avLst/>
          </a:prstGeom>
        </p:spPr>
      </p:pic>
    </p:spTree>
    <p:extLst>
      <p:ext uri="{BB962C8B-B14F-4D97-AF65-F5344CB8AC3E}">
        <p14:creationId xmlns:p14="http://schemas.microsoft.com/office/powerpoint/2010/main" val="205170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0203D-09E2-2FCF-C815-6C7DEE0003F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5570766-1E25-1F5D-1CB6-245A301FE5B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A7877A7-695E-C91A-6360-03DB36ECB18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AF522F4-777C-5BEF-0EE5-2F417779794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153371A-3C9D-2DDE-CF02-18C949D40F4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C216A4C9-B8BF-5E73-C51B-1C2EF1A06D44}"/>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12" name="Picture 11">
            <a:extLst>
              <a:ext uri="{FF2B5EF4-FFF2-40B4-BE49-F238E27FC236}">
                <a16:creationId xmlns:a16="http://schemas.microsoft.com/office/drawing/2014/main" id="{1F4636A9-4D6C-3081-C906-9D17B3846607}"/>
              </a:ext>
            </a:extLst>
          </p:cNvPr>
          <p:cNvPicPr>
            <a:picLocks noChangeAspect="1"/>
          </p:cNvPicPr>
          <p:nvPr/>
        </p:nvPicPr>
        <p:blipFill>
          <a:blip r:embed="rId3"/>
          <a:stretch>
            <a:fillRect/>
          </a:stretch>
        </p:blipFill>
        <p:spPr>
          <a:xfrm>
            <a:off x="8562094" y="324328"/>
            <a:ext cx="3557934" cy="2568163"/>
          </a:xfrm>
          <a:prstGeom prst="rect">
            <a:avLst/>
          </a:prstGeom>
        </p:spPr>
      </p:pic>
      <p:pic>
        <p:nvPicPr>
          <p:cNvPr id="18" name="Picture 17">
            <a:extLst>
              <a:ext uri="{FF2B5EF4-FFF2-40B4-BE49-F238E27FC236}">
                <a16:creationId xmlns:a16="http://schemas.microsoft.com/office/drawing/2014/main" id="{ED15E284-A931-1BB9-8285-EB12A12A3C4B}"/>
              </a:ext>
            </a:extLst>
          </p:cNvPr>
          <p:cNvPicPr>
            <a:picLocks noChangeAspect="1"/>
          </p:cNvPicPr>
          <p:nvPr/>
        </p:nvPicPr>
        <p:blipFill>
          <a:blip r:embed="rId4"/>
          <a:stretch>
            <a:fillRect/>
          </a:stretch>
        </p:blipFill>
        <p:spPr>
          <a:xfrm>
            <a:off x="185174" y="48483"/>
            <a:ext cx="8321040" cy="4028801"/>
          </a:xfrm>
          <a:prstGeom prst="rect">
            <a:avLst/>
          </a:prstGeom>
        </p:spPr>
      </p:pic>
      <p:pic>
        <p:nvPicPr>
          <p:cNvPr id="20" name="Picture 19">
            <a:extLst>
              <a:ext uri="{FF2B5EF4-FFF2-40B4-BE49-F238E27FC236}">
                <a16:creationId xmlns:a16="http://schemas.microsoft.com/office/drawing/2014/main" id="{A48E54A7-85D6-9EF3-8079-B78EAE3A15A8}"/>
              </a:ext>
            </a:extLst>
          </p:cNvPr>
          <p:cNvPicPr>
            <a:picLocks noChangeAspect="1"/>
          </p:cNvPicPr>
          <p:nvPr/>
        </p:nvPicPr>
        <p:blipFill>
          <a:blip r:embed="rId5"/>
          <a:stretch>
            <a:fillRect/>
          </a:stretch>
        </p:blipFill>
        <p:spPr>
          <a:xfrm>
            <a:off x="129294" y="4077285"/>
            <a:ext cx="8321040" cy="2780716"/>
          </a:xfrm>
          <a:prstGeom prst="rect">
            <a:avLst/>
          </a:prstGeom>
        </p:spPr>
      </p:pic>
    </p:spTree>
    <p:extLst>
      <p:ext uri="{BB962C8B-B14F-4D97-AF65-F5344CB8AC3E}">
        <p14:creationId xmlns:p14="http://schemas.microsoft.com/office/powerpoint/2010/main" val="2617528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5542C-B0F0-918E-E54C-449F41F7A81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05CDBA4-7D29-5C9F-9E43-BB48FA75C07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350D001-C6FF-03FF-8A31-F70403490E5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63914D0-2A96-EA94-255F-1AFCA0E1B54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7EDA980-9DAB-F2B7-72E9-A354690D139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206CE9F-F486-B8EE-9427-400EFBDB79D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73DF7345-A586-CC9E-D51C-C30C476810D5}"/>
              </a:ext>
            </a:extLst>
          </p:cNvPr>
          <p:cNvPicPr>
            <a:picLocks noChangeAspect="1"/>
          </p:cNvPicPr>
          <p:nvPr/>
        </p:nvPicPr>
        <p:blipFill>
          <a:blip r:embed="rId3"/>
          <a:stretch>
            <a:fillRect/>
          </a:stretch>
        </p:blipFill>
        <p:spPr>
          <a:xfrm>
            <a:off x="581758" y="1054813"/>
            <a:ext cx="4725949" cy="4748373"/>
          </a:xfrm>
          <a:prstGeom prst="rect">
            <a:avLst/>
          </a:prstGeom>
        </p:spPr>
      </p:pic>
      <p:pic>
        <p:nvPicPr>
          <p:cNvPr id="9" name="Picture 8">
            <a:extLst>
              <a:ext uri="{FF2B5EF4-FFF2-40B4-BE49-F238E27FC236}">
                <a16:creationId xmlns:a16="http://schemas.microsoft.com/office/drawing/2014/main" id="{3A263A4B-136D-5BEE-02EF-13367AB28970}"/>
              </a:ext>
            </a:extLst>
          </p:cNvPr>
          <p:cNvPicPr>
            <a:picLocks noChangeAspect="1"/>
          </p:cNvPicPr>
          <p:nvPr/>
        </p:nvPicPr>
        <p:blipFill>
          <a:blip r:embed="rId4"/>
          <a:stretch>
            <a:fillRect/>
          </a:stretch>
        </p:blipFill>
        <p:spPr>
          <a:xfrm>
            <a:off x="5759915" y="1054813"/>
            <a:ext cx="5220982" cy="4314445"/>
          </a:xfrm>
          <a:prstGeom prst="rect">
            <a:avLst/>
          </a:prstGeom>
        </p:spPr>
      </p:pic>
    </p:spTree>
    <p:extLst>
      <p:ext uri="{BB962C8B-B14F-4D97-AF65-F5344CB8AC3E}">
        <p14:creationId xmlns:p14="http://schemas.microsoft.com/office/powerpoint/2010/main" val="25980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D0ABF-CD99-008A-AFE5-5562608550E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8F93B5C-7124-F9C0-CF0E-9A3A1A6377A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9261342-3529-765C-0F3E-385018FCADE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6F57D81-9193-5BED-AB40-94DB14AB97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EAF3C1B-E33A-CC91-D9BC-7200D783523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1F07DAA-23AB-A1B3-3132-224E6654A4DB}"/>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F4E0024C-8972-5D76-22EC-C057561ECB2A}"/>
              </a:ext>
            </a:extLst>
          </p:cNvPr>
          <p:cNvPicPr>
            <a:picLocks noChangeAspect="1"/>
          </p:cNvPicPr>
          <p:nvPr/>
        </p:nvPicPr>
        <p:blipFill>
          <a:blip r:embed="rId3"/>
          <a:stretch>
            <a:fillRect/>
          </a:stretch>
        </p:blipFill>
        <p:spPr>
          <a:xfrm>
            <a:off x="427441" y="1275371"/>
            <a:ext cx="5272319" cy="3692261"/>
          </a:xfrm>
          <a:prstGeom prst="rect">
            <a:avLst/>
          </a:prstGeom>
        </p:spPr>
      </p:pic>
      <p:pic>
        <p:nvPicPr>
          <p:cNvPr id="9" name="Picture 8">
            <a:extLst>
              <a:ext uri="{FF2B5EF4-FFF2-40B4-BE49-F238E27FC236}">
                <a16:creationId xmlns:a16="http://schemas.microsoft.com/office/drawing/2014/main" id="{362D3CAB-8E72-B974-D613-C023920186CF}"/>
              </a:ext>
            </a:extLst>
          </p:cNvPr>
          <p:cNvPicPr>
            <a:picLocks noChangeAspect="1"/>
          </p:cNvPicPr>
          <p:nvPr/>
        </p:nvPicPr>
        <p:blipFill>
          <a:blip r:embed="rId4"/>
          <a:stretch>
            <a:fillRect/>
          </a:stretch>
        </p:blipFill>
        <p:spPr>
          <a:xfrm>
            <a:off x="5831036" y="1155866"/>
            <a:ext cx="5553800" cy="4308366"/>
          </a:xfrm>
          <a:prstGeom prst="rect">
            <a:avLst/>
          </a:prstGeom>
        </p:spPr>
      </p:pic>
    </p:spTree>
    <p:extLst>
      <p:ext uri="{BB962C8B-B14F-4D97-AF65-F5344CB8AC3E}">
        <p14:creationId xmlns:p14="http://schemas.microsoft.com/office/powerpoint/2010/main" val="969232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B4600-D8E6-2228-DAA3-6980685A7F9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037B097-AFD3-8266-14F4-4624FE0E38D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E07B620-6EB4-C155-6119-43DA5F0B81B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E09EBD6-4B31-E6F6-345A-7B02655154E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92354CE-C692-4087-991C-6D84D55922C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477399A-8CA4-7FCB-6A2A-A81BAD78970D}"/>
              </a:ext>
            </a:extLst>
          </p:cNvPr>
          <p:cNvPicPr>
            <a:picLocks noChangeAspect="1"/>
          </p:cNvPicPr>
          <p:nvPr/>
        </p:nvPicPr>
        <p:blipFill>
          <a:blip r:embed="rId3"/>
          <a:stretch>
            <a:fillRect/>
          </a:stretch>
        </p:blipFill>
        <p:spPr>
          <a:xfrm>
            <a:off x="3779319" y="147611"/>
            <a:ext cx="4633362" cy="2568163"/>
          </a:xfrm>
          <a:prstGeom prst="rect">
            <a:avLst/>
          </a:prstGeom>
        </p:spPr>
      </p:pic>
      <p:pic>
        <p:nvPicPr>
          <p:cNvPr id="9" name="Picture 8">
            <a:extLst>
              <a:ext uri="{FF2B5EF4-FFF2-40B4-BE49-F238E27FC236}">
                <a16:creationId xmlns:a16="http://schemas.microsoft.com/office/drawing/2014/main" id="{37D7F9DC-9A66-EBF8-8BAB-EF4A620A469C}"/>
              </a:ext>
            </a:extLst>
          </p:cNvPr>
          <p:cNvPicPr>
            <a:picLocks noChangeAspect="1"/>
          </p:cNvPicPr>
          <p:nvPr/>
        </p:nvPicPr>
        <p:blipFill>
          <a:blip r:embed="rId4"/>
          <a:stretch>
            <a:fillRect/>
          </a:stretch>
        </p:blipFill>
        <p:spPr>
          <a:xfrm>
            <a:off x="1036319" y="2872096"/>
            <a:ext cx="9347201" cy="3407543"/>
          </a:xfrm>
          <a:prstGeom prst="rect">
            <a:avLst/>
          </a:prstGeom>
        </p:spPr>
      </p:pic>
    </p:spTree>
    <p:extLst>
      <p:ext uri="{BB962C8B-B14F-4D97-AF65-F5344CB8AC3E}">
        <p14:creationId xmlns:p14="http://schemas.microsoft.com/office/powerpoint/2010/main" val="372709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2B4BE-8F95-3322-45A5-01381C1721F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ABF9449-4562-65AA-494B-37648DBE6F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EE04FEE-39E5-5C2C-CE89-C767B28B3C1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470BEF8-949D-E157-CF5C-5B5AC46357D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9B1B7B0-BDA8-DBB0-14B5-DEC2D08A173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F41EC3A-5721-796F-8927-7838B1AE70DF}"/>
              </a:ext>
            </a:extLst>
          </p:cNvPr>
          <p:cNvPicPr>
            <a:picLocks noChangeAspect="1"/>
          </p:cNvPicPr>
          <p:nvPr/>
        </p:nvPicPr>
        <p:blipFill>
          <a:blip r:embed="rId3"/>
          <a:stretch>
            <a:fillRect/>
          </a:stretch>
        </p:blipFill>
        <p:spPr>
          <a:xfrm>
            <a:off x="3408687" y="0"/>
            <a:ext cx="4877223" cy="2865368"/>
          </a:xfrm>
          <a:prstGeom prst="rect">
            <a:avLst/>
          </a:prstGeom>
        </p:spPr>
      </p:pic>
      <p:pic>
        <p:nvPicPr>
          <p:cNvPr id="9" name="Picture 8">
            <a:extLst>
              <a:ext uri="{FF2B5EF4-FFF2-40B4-BE49-F238E27FC236}">
                <a16:creationId xmlns:a16="http://schemas.microsoft.com/office/drawing/2014/main" id="{9B01ED72-95B1-6146-6DBE-1B75B2F560CF}"/>
              </a:ext>
            </a:extLst>
          </p:cNvPr>
          <p:cNvPicPr>
            <a:picLocks noChangeAspect="1"/>
          </p:cNvPicPr>
          <p:nvPr/>
        </p:nvPicPr>
        <p:blipFill>
          <a:blip r:embed="rId4"/>
          <a:stretch>
            <a:fillRect/>
          </a:stretch>
        </p:blipFill>
        <p:spPr>
          <a:xfrm>
            <a:off x="913927" y="2865368"/>
            <a:ext cx="7508713" cy="3916905"/>
          </a:xfrm>
          <a:prstGeom prst="rect">
            <a:avLst/>
          </a:prstGeom>
        </p:spPr>
      </p:pic>
    </p:spTree>
    <p:extLst>
      <p:ext uri="{BB962C8B-B14F-4D97-AF65-F5344CB8AC3E}">
        <p14:creationId xmlns:p14="http://schemas.microsoft.com/office/powerpoint/2010/main" val="221964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A94DF-D91A-B202-1498-B356755BF6D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166158D-3022-0F93-DB45-202EE90DBAB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4705578-CA13-5934-0D7A-E734E3AAFC3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58EDE4-65A5-D8D0-8B03-7096048EF51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B9D830A-70A6-3B76-5641-049F450B6C2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9B92375-1E26-4D77-E026-6C4CCF074B16}"/>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1203DA9B-3301-AF74-B359-44F43D6607C3}"/>
              </a:ext>
            </a:extLst>
          </p:cNvPr>
          <p:cNvPicPr>
            <a:picLocks noChangeAspect="1"/>
          </p:cNvPicPr>
          <p:nvPr/>
        </p:nvPicPr>
        <p:blipFill>
          <a:blip r:embed="rId3"/>
          <a:stretch>
            <a:fillRect/>
          </a:stretch>
        </p:blipFill>
        <p:spPr>
          <a:xfrm>
            <a:off x="320982" y="1036320"/>
            <a:ext cx="7538849" cy="5172032"/>
          </a:xfrm>
          <a:prstGeom prst="rect">
            <a:avLst/>
          </a:prstGeom>
        </p:spPr>
      </p:pic>
    </p:spTree>
    <p:extLst>
      <p:ext uri="{BB962C8B-B14F-4D97-AF65-F5344CB8AC3E}">
        <p14:creationId xmlns:p14="http://schemas.microsoft.com/office/powerpoint/2010/main" val="559314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3C571-10AC-2841-F78E-E1A79B76CF2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00E2E94-04B9-469A-D1F4-59DF288C2C6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75CBE1-E431-3882-4132-E802CF4D64D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6FEA0A1-C41A-0162-4655-34C8739AC73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83A811B-23A2-D512-545F-559CE5AF3E5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65CECAB-80D1-71A7-0A95-456602FD42D3}"/>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AF40342A-8B5B-0039-5574-7C8FCC277AED}"/>
              </a:ext>
            </a:extLst>
          </p:cNvPr>
          <p:cNvPicPr>
            <a:picLocks noChangeAspect="1"/>
          </p:cNvPicPr>
          <p:nvPr/>
        </p:nvPicPr>
        <p:blipFill>
          <a:blip r:embed="rId3"/>
          <a:stretch>
            <a:fillRect/>
          </a:stretch>
        </p:blipFill>
        <p:spPr>
          <a:xfrm>
            <a:off x="365113" y="1201586"/>
            <a:ext cx="4717189" cy="4473328"/>
          </a:xfrm>
          <a:prstGeom prst="rect">
            <a:avLst/>
          </a:prstGeom>
        </p:spPr>
      </p:pic>
      <p:pic>
        <p:nvPicPr>
          <p:cNvPr id="12" name="Picture 11">
            <a:extLst>
              <a:ext uri="{FF2B5EF4-FFF2-40B4-BE49-F238E27FC236}">
                <a16:creationId xmlns:a16="http://schemas.microsoft.com/office/drawing/2014/main" id="{C2654CD5-76AF-2130-26D2-DFD7C58134B2}"/>
              </a:ext>
            </a:extLst>
          </p:cNvPr>
          <p:cNvPicPr>
            <a:picLocks noChangeAspect="1"/>
          </p:cNvPicPr>
          <p:nvPr/>
        </p:nvPicPr>
        <p:blipFill>
          <a:blip r:embed="rId4"/>
          <a:stretch>
            <a:fillRect/>
          </a:stretch>
        </p:blipFill>
        <p:spPr>
          <a:xfrm>
            <a:off x="5393146" y="1089826"/>
            <a:ext cx="5536542" cy="4981437"/>
          </a:xfrm>
          <a:prstGeom prst="rect">
            <a:avLst/>
          </a:prstGeom>
        </p:spPr>
      </p:pic>
    </p:spTree>
    <p:extLst>
      <p:ext uri="{BB962C8B-B14F-4D97-AF65-F5344CB8AC3E}">
        <p14:creationId xmlns:p14="http://schemas.microsoft.com/office/powerpoint/2010/main" val="324458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571C508-2292-6EF8-5282-7A1D6578839A}"/>
              </a:ext>
            </a:extLst>
          </p:cNvPr>
          <p:cNvSpPr txBox="1"/>
          <p:nvPr/>
        </p:nvSpPr>
        <p:spPr>
          <a:xfrm>
            <a:off x="448700" y="1435496"/>
            <a:ext cx="7240555" cy="3754874"/>
          </a:xfrm>
          <a:prstGeom prst="rect">
            <a:avLst/>
          </a:prstGeom>
          <a:noFill/>
        </p:spPr>
        <p:txBody>
          <a:bodyPr wrap="square" rtlCol="0">
            <a:spAutoFit/>
          </a:bodyPr>
          <a:lstStyle/>
          <a:p>
            <a:pPr marL="342900" lvl="0" indent="-342900">
              <a:buFont typeface="Wingdings" panose="05000000000000000000" pitchFamily="2" charset="2"/>
              <a:buChar char="§"/>
            </a:pPr>
            <a:r>
              <a:rPr lang="en-IN" sz="2000" dirty="0"/>
              <a:t>Develop a </a:t>
            </a:r>
            <a:r>
              <a:rPr lang="en-IN" sz="2000" b="1" dirty="0"/>
              <a:t>predictive model</a:t>
            </a:r>
            <a:r>
              <a:rPr lang="en-IN" sz="2000" dirty="0"/>
              <a:t> to forecast crop yield and profit. </a:t>
            </a:r>
          </a:p>
          <a:p>
            <a:pPr marL="342900" lvl="0" indent="-342900">
              <a:buFont typeface="Wingdings" panose="05000000000000000000" pitchFamily="2" charset="2"/>
              <a:buChar char="§"/>
            </a:pPr>
            <a:endParaRPr lang="en-IN" sz="2000" dirty="0"/>
          </a:p>
          <a:p>
            <a:pPr marL="342900" lvl="0" indent="-342900">
              <a:buFont typeface="Wingdings" panose="05000000000000000000" pitchFamily="2" charset="2"/>
              <a:buChar char="§"/>
            </a:pPr>
            <a:r>
              <a:rPr lang="en-IN" sz="2000" dirty="0"/>
              <a:t>Add </a:t>
            </a:r>
            <a:r>
              <a:rPr lang="en-IN" sz="2000" b="1" dirty="0"/>
              <a:t>real-time weather and soil data</a:t>
            </a:r>
            <a:r>
              <a:rPr lang="en-IN" sz="2000" dirty="0"/>
              <a:t> for better analysis.</a:t>
            </a:r>
          </a:p>
          <a:p>
            <a:pPr marL="342900" lvl="0" indent="-342900">
              <a:buFont typeface="Wingdings" panose="05000000000000000000" pitchFamily="2" charset="2"/>
              <a:buChar char="§"/>
            </a:pPr>
            <a:endParaRPr lang="en-IN" sz="2000" dirty="0"/>
          </a:p>
          <a:p>
            <a:pPr marL="342900" lvl="0" indent="-342900">
              <a:buFont typeface="Wingdings" panose="05000000000000000000" pitchFamily="2" charset="2"/>
              <a:buChar char="§"/>
            </a:pPr>
            <a:r>
              <a:rPr lang="en-IN" sz="2000" dirty="0"/>
              <a:t>Use </a:t>
            </a:r>
            <a:r>
              <a:rPr lang="en-IN" sz="2000" b="1" dirty="0"/>
              <a:t>Machine Learning</a:t>
            </a:r>
            <a:r>
              <a:rPr lang="en-IN" sz="2000" dirty="0"/>
              <a:t> to predict disease and pest risks.</a:t>
            </a:r>
          </a:p>
          <a:p>
            <a:pPr marL="342900" lvl="0" indent="-342900">
              <a:buFont typeface="Wingdings" panose="05000000000000000000" pitchFamily="2" charset="2"/>
              <a:buChar char="§"/>
            </a:pPr>
            <a:endParaRPr lang="en-IN" sz="2000" dirty="0"/>
          </a:p>
          <a:p>
            <a:pPr marL="342900" lvl="0" indent="-342900">
              <a:buFont typeface="Wingdings" panose="05000000000000000000" pitchFamily="2" charset="2"/>
              <a:buChar char="§"/>
            </a:pPr>
            <a:r>
              <a:rPr lang="en-IN" sz="2000" dirty="0"/>
              <a:t>Develop a </a:t>
            </a:r>
            <a:r>
              <a:rPr lang="en-IN" sz="2000" b="1" dirty="0"/>
              <a:t>web or mobile application</a:t>
            </a:r>
            <a:r>
              <a:rPr lang="en-IN" sz="2000" dirty="0"/>
              <a:t> for farmers. </a:t>
            </a:r>
          </a:p>
          <a:p>
            <a:pPr marL="342900" lvl="0" indent="-342900">
              <a:buFont typeface="Wingdings" panose="05000000000000000000" pitchFamily="2" charset="2"/>
              <a:buChar char="§"/>
            </a:pPr>
            <a:endParaRPr lang="en-IN" sz="2000" dirty="0"/>
          </a:p>
          <a:p>
            <a:pPr marL="342900" lvl="0" indent="-342900">
              <a:buFont typeface="Wingdings" panose="05000000000000000000" pitchFamily="2" charset="2"/>
              <a:buChar char="§"/>
            </a:pPr>
            <a:r>
              <a:rPr lang="en-IN" sz="2000" dirty="0"/>
              <a:t>Provide </a:t>
            </a:r>
            <a:r>
              <a:rPr lang="en-IN" sz="2000" b="1" dirty="0"/>
              <a:t>crop recommendations</a:t>
            </a:r>
            <a:r>
              <a:rPr lang="en-IN" sz="2000" dirty="0"/>
              <a:t> based on soil, weather, and seasonal conditions.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803901" y="1201586"/>
            <a:ext cx="7232875" cy="923330"/>
          </a:xfrm>
          <a:prstGeom prst="rect">
            <a:avLst/>
          </a:prstGeom>
          <a:noFill/>
        </p:spPr>
        <p:txBody>
          <a:bodyPr wrap="square">
            <a:spAutoFit/>
          </a:bodyPr>
          <a:lstStyle/>
          <a:p>
            <a:r>
              <a:rPr lang="en-US" dirty="0">
                <a:hlinkClick r:id="rId3"/>
              </a:rPr>
              <a:t>https://github.com/shraddha5060/Seasonal-Agriculture-Performance-Analysis</a:t>
            </a:r>
            <a:endParaRPr lang="en-US" dirty="0"/>
          </a:p>
          <a:p>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B07EF92-9580-8F3F-800A-7CA4C230181D}"/>
              </a:ext>
            </a:extLst>
          </p:cNvPr>
          <p:cNvPicPr>
            <a:picLocks noChangeAspect="1"/>
          </p:cNvPicPr>
          <p:nvPr/>
        </p:nvPicPr>
        <p:blipFill>
          <a:blip r:embed="rId3"/>
          <a:stretch>
            <a:fillRect/>
          </a:stretch>
        </p:blipFill>
        <p:spPr>
          <a:xfrm>
            <a:off x="1393910" y="1522605"/>
            <a:ext cx="7133549" cy="504583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r>
              <a:rPr lang="en-US" sz="4800" b="1" dirty="0">
                <a:solidFill>
                  <a:schemeClr val="tx1"/>
                </a:solidFill>
              </a:rPr>
              <a:t>                      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1435</TotalTime>
  <Words>432</Words>
  <Application>Microsoft Office PowerPoint</Application>
  <PresentationFormat>Widescreen</PresentationFormat>
  <Paragraphs>83</Paragraphs>
  <Slides>52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Shraddha Thorat</cp:lastModifiedBy>
  <cp:revision>103</cp:revision>
  <dcterms:created xsi:type="dcterms:W3CDTF">2021-07-11T13:13:15Z</dcterms:created>
  <dcterms:modified xsi:type="dcterms:W3CDTF">2026-09-09T09:11:14Z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